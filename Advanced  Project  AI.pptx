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handoutMasterIdLst>
    <p:handoutMasterId r:id="rId12"/>
  </p:handoutMasterIdLst>
  <p:sldIdLst>
    <p:sldId id="267" r:id="rId5"/>
    <p:sldId id="257" r:id="rId6"/>
    <p:sldId id="258" r:id="rId7"/>
    <p:sldId id="262" r:id="rId8"/>
    <p:sldId id="263" r:id="rId9"/>
    <p:sldId id="268" r:id="rId10"/>
    <p:sldId id="26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497D"/>
    <a:srgbClr val="EFED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06799F8-075E-4A3A-A7F6-7FBC6576F1A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12" autoAdjust="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22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47F476-161E-4A04-A0FB-965A0EEB43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2E49AB-875B-42C8-941C-0DE0DBD2D3F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66B955-9ABA-47D4-BA0F-43D209E6DE06}" type="datetimeFigureOut">
              <a:rPr lang="en-US" smtClean="0"/>
              <a:t>6/9/2026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EFBA4A-EC84-4A1C-951D-F76333FEEC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085306-E124-4DA3-9455-10E28A78FE3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FAA0D8-202C-4D3D-887A-429ECB6FFB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4069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915128" y="1397977"/>
            <a:ext cx="8361229" cy="3007447"/>
          </a:xfrm>
        </p:spPr>
        <p:txBody>
          <a:bodyPr anchor="ctr" anchorCtr="0">
            <a:noAutofit/>
          </a:bodyPr>
          <a:lstStyle>
            <a:lvl1pPr algn="ctr">
              <a:defRPr sz="6600" cap="none" baseline="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4475023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B77EF04-6424-4B70-94D1-FC932CBBDD9B}" type="datetimeFigureOut">
              <a:rPr lang="en-US" noProof="0" smtClean="0"/>
              <a:t>6/9/2026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Add a footer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3" name="L-Shape 12">
            <a:extLst>
              <a:ext uri="{FF2B5EF4-FFF2-40B4-BE49-F238E27FC236}">
                <a16:creationId xmlns:a16="http://schemas.microsoft.com/office/drawing/2014/main" id="{79965FD7-DA9A-4AFB-B8C8-34AC1FEE9F72}"/>
              </a:ext>
            </a:extLst>
          </p:cNvPr>
          <p:cNvSpPr/>
          <p:nvPr userDrawn="1"/>
        </p:nvSpPr>
        <p:spPr>
          <a:xfrm flipV="1">
            <a:off x="887674" y="726883"/>
            <a:ext cx="2772000" cy="4158497"/>
          </a:xfrm>
          <a:prstGeom prst="corner">
            <a:avLst>
              <a:gd name="adj1" fmla="val 7397"/>
              <a:gd name="adj2" fmla="val 775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L-Shape 14">
            <a:extLst>
              <a:ext uri="{FF2B5EF4-FFF2-40B4-BE49-F238E27FC236}">
                <a16:creationId xmlns:a16="http://schemas.microsoft.com/office/drawing/2014/main" id="{92465177-72B9-4DCF-8F98-0C79F3EE32EC}"/>
              </a:ext>
            </a:extLst>
          </p:cNvPr>
          <p:cNvSpPr/>
          <p:nvPr userDrawn="1"/>
        </p:nvSpPr>
        <p:spPr>
          <a:xfrm rot="10800000" flipV="1">
            <a:off x="8532326" y="1820272"/>
            <a:ext cx="2772000" cy="4158497"/>
          </a:xfrm>
          <a:prstGeom prst="corner">
            <a:avLst>
              <a:gd name="adj1" fmla="val 7397"/>
              <a:gd name="adj2" fmla="val 775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L-Shape 7">
            <a:extLst>
              <a:ext uri="{FF2B5EF4-FFF2-40B4-BE49-F238E27FC236}">
                <a16:creationId xmlns:a16="http://schemas.microsoft.com/office/drawing/2014/main" id="{B5516E7A-AEB0-4772-8098-8B0F8B5F1126}"/>
              </a:ext>
            </a:extLst>
          </p:cNvPr>
          <p:cNvSpPr/>
          <p:nvPr userDrawn="1"/>
        </p:nvSpPr>
        <p:spPr>
          <a:xfrm flipV="1">
            <a:off x="752858" y="609652"/>
            <a:ext cx="3152309" cy="4408489"/>
          </a:xfrm>
          <a:prstGeom prst="corner">
            <a:avLst>
              <a:gd name="adj1" fmla="val 6149"/>
              <a:gd name="adj2" fmla="val 681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L-Shape 11">
            <a:extLst>
              <a:ext uri="{FF2B5EF4-FFF2-40B4-BE49-F238E27FC236}">
                <a16:creationId xmlns:a16="http://schemas.microsoft.com/office/drawing/2014/main" id="{E864F603-D3F0-4241-9005-3F6C3BD62BEF}"/>
              </a:ext>
            </a:extLst>
          </p:cNvPr>
          <p:cNvSpPr/>
          <p:nvPr userDrawn="1"/>
        </p:nvSpPr>
        <p:spPr>
          <a:xfrm flipH="1">
            <a:off x="8286318" y="1685652"/>
            <a:ext cx="3152309" cy="4408489"/>
          </a:xfrm>
          <a:prstGeom prst="corner">
            <a:avLst>
              <a:gd name="adj1" fmla="val 6773"/>
              <a:gd name="adj2" fmla="val 681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012958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Second Option">
    <p:bg bwMode="grayWhite">
      <p:bgPr>
        <a:gradFill flip="none" rotWithShape="1">
          <a:gsLst>
            <a:gs pos="0">
              <a:schemeClr val="tx2">
                <a:lumMod val="50000"/>
              </a:schemeClr>
            </a:gs>
            <a:gs pos="34000">
              <a:schemeClr val="tx2"/>
            </a:gs>
            <a:gs pos="66000">
              <a:schemeClr val="tx2">
                <a:lumMod val="75000"/>
              </a:schemeClr>
            </a:gs>
            <a:gs pos="97000">
              <a:schemeClr val="tx2">
                <a:lumMod val="5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-Shape 9">
            <a:extLst>
              <a:ext uri="{FF2B5EF4-FFF2-40B4-BE49-F238E27FC236}">
                <a16:creationId xmlns:a16="http://schemas.microsoft.com/office/drawing/2014/main" id="{13412040-642F-40C5-8AB5-C0E8D41B481B}"/>
              </a:ext>
            </a:extLst>
          </p:cNvPr>
          <p:cNvSpPr/>
          <p:nvPr userDrawn="1"/>
        </p:nvSpPr>
        <p:spPr>
          <a:xfrm flipV="1">
            <a:off x="870090" y="709300"/>
            <a:ext cx="2772000" cy="2772000"/>
          </a:xfrm>
          <a:prstGeom prst="corner">
            <a:avLst>
              <a:gd name="adj1" fmla="val 7397"/>
              <a:gd name="adj2" fmla="val 775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 title="Side bar">
            <a:extLst>
              <a:ext uri="{FF2B5EF4-FFF2-40B4-BE49-F238E27FC236}">
                <a16:creationId xmlns:a16="http://schemas.microsoft.com/office/drawing/2014/main" id="{BADD331D-DA8D-4D47-A2BB-F4875FDB16A4}"/>
              </a:ext>
            </a:extLst>
          </p:cNvPr>
          <p:cNvSpPr/>
          <p:nvPr userDrawn="1"/>
        </p:nvSpPr>
        <p:spPr>
          <a:xfrm rot="5400000">
            <a:off x="5791174" y="457175"/>
            <a:ext cx="609651" cy="1219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97977" y="1151796"/>
            <a:ext cx="9504485" cy="3007447"/>
          </a:xfrm>
        </p:spPr>
        <p:txBody>
          <a:bodyPr anchor="ctr" anchorCtr="0">
            <a:noAutofit/>
          </a:bodyPr>
          <a:lstStyle>
            <a:lvl1pPr algn="ctr">
              <a:defRPr sz="6600" cap="none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97977" y="4897053"/>
            <a:ext cx="9504485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3B77EF04-6424-4B70-94D1-FC932CBBDD9B}" type="datetimeFigureOut">
              <a:rPr lang="en-US" noProof="0" smtClean="0"/>
              <a:pPr/>
              <a:t>6/9/2026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a footer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B38049E5-7B53-4E85-8972-7D6C4BCE5BB9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L-Shape 10">
            <a:extLst>
              <a:ext uri="{FF2B5EF4-FFF2-40B4-BE49-F238E27FC236}">
                <a16:creationId xmlns:a16="http://schemas.microsoft.com/office/drawing/2014/main" id="{68D376A1-CC76-4C90-B2CF-F89EA13E7942}"/>
              </a:ext>
            </a:extLst>
          </p:cNvPr>
          <p:cNvSpPr/>
          <p:nvPr userDrawn="1"/>
        </p:nvSpPr>
        <p:spPr>
          <a:xfrm rot="10800000" flipV="1">
            <a:off x="8549910" y="1820273"/>
            <a:ext cx="2772000" cy="2772000"/>
          </a:xfrm>
          <a:prstGeom prst="corner">
            <a:avLst>
              <a:gd name="adj1" fmla="val 7397"/>
              <a:gd name="adj2" fmla="val 775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L-Shape 7">
            <a:extLst>
              <a:ext uri="{FF2B5EF4-FFF2-40B4-BE49-F238E27FC236}">
                <a16:creationId xmlns:a16="http://schemas.microsoft.com/office/drawing/2014/main" id="{B5516E7A-AEB0-4772-8098-8B0F8B5F1126}"/>
              </a:ext>
            </a:extLst>
          </p:cNvPr>
          <p:cNvSpPr/>
          <p:nvPr userDrawn="1"/>
        </p:nvSpPr>
        <p:spPr>
          <a:xfrm flipV="1">
            <a:off x="752858" y="609652"/>
            <a:ext cx="3152309" cy="3007448"/>
          </a:xfrm>
          <a:prstGeom prst="corner">
            <a:avLst>
              <a:gd name="adj1" fmla="val 6089"/>
              <a:gd name="adj2" fmla="val 6769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L-Shape 11">
            <a:extLst>
              <a:ext uri="{FF2B5EF4-FFF2-40B4-BE49-F238E27FC236}">
                <a16:creationId xmlns:a16="http://schemas.microsoft.com/office/drawing/2014/main" id="{E864F603-D3F0-4241-9005-3F6C3BD62BEF}"/>
              </a:ext>
            </a:extLst>
          </p:cNvPr>
          <p:cNvSpPr/>
          <p:nvPr userDrawn="1"/>
        </p:nvSpPr>
        <p:spPr>
          <a:xfrm flipH="1">
            <a:off x="8286317" y="1685653"/>
            <a:ext cx="3152309" cy="3007448"/>
          </a:xfrm>
          <a:prstGeom prst="corner">
            <a:avLst>
              <a:gd name="adj1" fmla="val 6089"/>
              <a:gd name="adj2" fmla="val 6442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335029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685800"/>
            <a:ext cx="9601200" cy="720213"/>
          </a:xfrm>
        </p:spPr>
        <p:txBody>
          <a:bodyPr>
            <a:no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484671"/>
            <a:ext cx="9601200" cy="438272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6/9/2026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BEFB83C-E1EC-41AC-BFF6-9D094E2D43C6}"/>
              </a:ext>
            </a:extLst>
          </p:cNvPr>
          <p:cNvCxnSpPr/>
          <p:nvPr userDrawn="1"/>
        </p:nvCxnSpPr>
        <p:spPr>
          <a:xfrm>
            <a:off x="1465008" y="1445344"/>
            <a:ext cx="9468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9941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 and Picture">
    <p:bg bwMode="lt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0A2BD38-4A6C-44EB-900D-A3E3AE37854F}"/>
              </a:ext>
            </a:extLst>
          </p:cNvPr>
          <p:cNvSpPr/>
          <p:nvPr userDrawn="1"/>
        </p:nvSpPr>
        <p:spPr>
          <a:xfrm>
            <a:off x="6581723" y="404614"/>
            <a:ext cx="5191176" cy="60487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36000">
                <a:schemeClr val="tx2"/>
              </a:gs>
              <a:gs pos="69000">
                <a:schemeClr val="tx2">
                  <a:lumMod val="75000"/>
                </a:schemeClr>
              </a:gs>
              <a:gs pos="97000">
                <a:schemeClr val="tx2">
                  <a:lumMod val="50000"/>
                </a:schemeClr>
              </a:gs>
            </a:gsLst>
            <a:lin ang="27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222C1B9-FA56-4CEA-AD98-25A595D942F8}"/>
              </a:ext>
            </a:extLst>
          </p:cNvPr>
          <p:cNvSpPr/>
          <p:nvPr userDrawn="1"/>
        </p:nvSpPr>
        <p:spPr bwMode="white">
          <a:xfrm>
            <a:off x="7040199" y="564425"/>
            <a:ext cx="4356000" cy="4464000"/>
          </a:xfrm>
          <a:prstGeom prst="ellipse">
            <a:avLst/>
          </a:prstGeom>
          <a:noFill/>
          <a:ln w="123825">
            <a:solidFill>
              <a:schemeClr val="accent3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 title="Background Shape"/>
          <p:cNvSpPr/>
          <p:nvPr/>
        </p:nvSpPr>
        <p:spPr>
          <a:xfrm>
            <a:off x="0" y="376"/>
            <a:ext cx="6096000" cy="68576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6246" y="400665"/>
            <a:ext cx="4858460" cy="1428136"/>
          </a:xfrm>
        </p:spPr>
        <p:txBody>
          <a:bodyPr anchor="ctr" anchorCtr="0">
            <a:noAutofit/>
          </a:bodyPr>
          <a:lstStyle>
            <a:lvl1pPr algn="ctr">
              <a:lnSpc>
                <a:spcPct val="84000"/>
              </a:lnSpc>
              <a:defRPr sz="4800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6246" y="2113935"/>
            <a:ext cx="4858460" cy="4247186"/>
          </a:xfr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246" y="6443554"/>
            <a:ext cx="1324322" cy="4046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77EF04-6424-4B70-94D1-FC932CBBDD9B}" type="datetimeFigureOut">
              <a:rPr lang="en-US" noProof="0" smtClean="0"/>
              <a:pPr/>
              <a:t>6/9/2026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825377" y="6453386"/>
            <a:ext cx="2619329" cy="4046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a footer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187939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6024000" y="0"/>
            <a:ext cx="14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786B981-6A78-425B-97A2-BA24E40DB7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45761" y="670570"/>
            <a:ext cx="4151312" cy="4248000"/>
          </a:xfrm>
          <a:prstGeom prst="ellipse">
            <a:avLst/>
          </a:prstGeom>
          <a:ln w="38100">
            <a:solidFill>
              <a:schemeClr val="bg2"/>
            </a:solidFill>
          </a:ln>
          <a:effectLst>
            <a:innerShdw blurRad="114300">
              <a:prstClr val="black"/>
            </a:innerShdw>
          </a:effectLst>
        </p:spPr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7" name="Content Placeholder 15">
            <a:extLst>
              <a:ext uri="{FF2B5EF4-FFF2-40B4-BE49-F238E27FC236}">
                <a16:creationId xmlns:a16="http://schemas.microsoft.com/office/drawing/2014/main" id="{A21C7D74-31FD-4638-819B-6F7351A1770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747294" y="5188236"/>
            <a:ext cx="4858459" cy="1126906"/>
          </a:xfrm>
          <a:solidFill>
            <a:schemeClr val="bg2"/>
          </a:solidFill>
          <a:ln>
            <a:noFill/>
          </a:ln>
          <a:effectLst>
            <a:innerShdw blurRad="114300">
              <a:prstClr val="black"/>
            </a:innerShdw>
          </a:effectLst>
        </p:spPr>
        <p:txBody>
          <a:bodyPr anchor="ctr" anchorCtr="0"/>
          <a:lstStyle>
            <a:lvl1pPr marL="0" indent="0" algn="ctr">
              <a:buNone/>
              <a:defRPr sz="1800">
                <a:solidFill>
                  <a:schemeClr val="tx2">
                    <a:lumMod val="50000"/>
                  </a:schemeClr>
                </a:solidFill>
              </a:defRPr>
            </a:lvl1pPr>
            <a:lvl2pPr marL="530352" indent="0" algn="ctr">
              <a:buNone/>
              <a:defRPr sz="1800">
                <a:solidFill>
                  <a:schemeClr val="tx2">
                    <a:lumMod val="50000"/>
                  </a:schemeClr>
                </a:solidFill>
              </a:defRPr>
            </a:lvl2pPr>
            <a:lvl3pPr marL="987552" indent="0" algn="ctr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3pPr>
            <a:lvl4pPr marL="1444752" indent="0" algn="ctr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 marL="1901952" indent="0" algn="ctr">
              <a:buNone/>
              <a:defRPr sz="1400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L-Shape 20">
            <a:extLst>
              <a:ext uri="{FF2B5EF4-FFF2-40B4-BE49-F238E27FC236}">
                <a16:creationId xmlns:a16="http://schemas.microsoft.com/office/drawing/2014/main" id="{CB430D22-8AAF-444F-A6CE-7C02859083DF}"/>
              </a:ext>
            </a:extLst>
          </p:cNvPr>
          <p:cNvSpPr>
            <a:spLocks noChangeAspect="1"/>
          </p:cNvSpPr>
          <p:nvPr userDrawn="1"/>
        </p:nvSpPr>
        <p:spPr>
          <a:xfrm flipV="1">
            <a:off x="516927" y="335049"/>
            <a:ext cx="403201" cy="39561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L-Shape 22">
            <a:extLst>
              <a:ext uri="{FF2B5EF4-FFF2-40B4-BE49-F238E27FC236}">
                <a16:creationId xmlns:a16="http://schemas.microsoft.com/office/drawing/2014/main" id="{0D8BA010-8544-4718-9EA3-B0248C963FD4}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5085711" y="330291"/>
            <a:ext cx="410929" cy="403201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L-Shape 23">
            <a:extLst>
              <a:ext uri="{FF2B5EF4-FFF2-40B4-BE49-F238E27FC236}">
                <a16:creationId xmlns:a16="http://schemas.microsoft.com/office/drawing/2014/main" id="{C0FFB550-21A6-456B-BA1A-EF145674866C}"/>
              </a:ext>
            </a:extLst>
          </p:cNvPr>
          <p:cNvSpPr>
            <a:spLocks noChangeAspect="1"/>
          </p:cNvSpPr>
          <p:nvPr userDrawn="1"/>
        </p:nvSpPr>
        <p:spPr>
          <a:xfrm>
            <a:off x="522817" y="1476927"/>
            <a:ext cx="403201" cy="39561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L-Shape 24">
            <a:extLst>
              <a:ext uri="{FF2B5EF4-FFF2-40B4-BE49-F238E27FC236}">
                <a16:creationId xmlns:a16="http://schemas.microsoft.com/office/drawing/2014/main" id="{70EF88E9-8CAC-422B-A9A6-D9FD1F17DAE2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5081769" y="1482001"/>
            <a:ext cx="410929" cy="403201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08449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bg bwMode="lt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0A2BD38-4A6C-44EB-900D-A3E3AE37854F}"/>
              </a:ext>
            </a:extLst>
          </p:cNvPr>
          <p:cNvSpPr/>
          <p:nvPr userDrawn="1"/>
        </p:nvSpPr>
        <p:spPr>
          <a:xfrm>
            <a:off x="6581723" y="404614"/>
            <a:ext cx="5191176" cy="60487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36000">
                <a:schemeClr val="tx2"/>
              </a:gs>
              <a:gs pos="69000">
                <a:schemeClr val="tx2">
                  <a:lumMod val="75000"/>
                </a:schemeClr>
              </a:gs>
              <a:gs pos="97000">
                <a:schemeClr val="tx2">
                  <a:lumMod val="50000"/>
                </a:schemeClr>
              </a:gs>
            </a:gsLst>
            <a:lin ang="27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 title="Background Shape"/>
          <p:cNvSpPr/>
          <p:nvPr/>
        </p:nvSpPr>
        <p:spPr>
          <a:xfrm>
            <a:off x="0" y="376"/>
            <a:ext cx="6096000" cy="68576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6246" y="400665"/>
            <a:ext cx="4858460" cy="1428136"/>
          </a:xfrm>
        </p:spPr>
        <p:txBody>
          <a:bodyPr anchor="ctr" anchorCtr="0">
            <a:noAutofit/>
          </a:bodyPr>
          <a:lstStyle>
            <a:lvl1pPr algn="ctr">
              <a:lnSpc>
                <a:spcPct val="84000"/>
              </a:lnSpc>
              <a:defRPr sz="4800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6246" y="2113935"/>
            <a:ext cx="4858460" cy="4247186"/>
          </a:xfr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246" y="6443554"/>
            <a:ext cx="1324322" cy="4046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77EF04-6424-4B70-94D1-FC932CBBDD9B}" type="datetimeFigureOut">
              <a:rPr lang="en-US" noProof="0" smtClean="0"/>
              <a:pPr/>
              <a:t>6/9/2026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825377" y="6453386"/>
            <a:ext cx="2619329" cy="4046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a footer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187939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6024000" y="0"/>
            <a:ext cx="14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L-Shape 20">
            <a:extLst>
              <a:ext uri="{FF2B5EF4-FFF2-40B4-BE49-F238E27FC236}">
                <a16:creationId xmlns:a16="http://schemas.microsoft.com/office/drawing/2014/main" id="{CB430D22-8AAF-444F-A6CE-7C02859083DF}"/>
              </a:ext>
            </a:extLst>
          </p:cNvPr>
          <p:cNvSpPr>
            <a:spLocks noChangeAspect="1"/>
          </p:cNvSpPr>
          <p:nvPr userDrawn="1"/>
        </p:nvSpPr>
        <p:spPr>
          <a:xfrm flipV="1">
            <a:off x="516927" y="335049"/>
            <a:ext cx="403201" cy="39561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L-Shape 22">
            <a:extLst>
              <a:ext uri="{FF2B5EF4-FFF2-40B4-BE49-F238E27FC236}">
                <a16:creationId xmlns:a16="http://schemas.microsoft.com/office/drawing/2014/main" id="{0D8BA010-8544-4718-9EA3-B0248C963FD4}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5085711" y="330291"/>
            <a:ext cx="410929" cy="403201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L-Shape 23">
            <a:extLst>
              <a:ext uri="{FF2B5EF4-FFF2-40B4-BE49-F238E27FC236}">
                <a16:creationId xmlns:a16="http://schemas.microsoft.com/office/drawing/2014/main" id="{C0FFB550-21A6-456B-BA1A-EF145674866C}"/>
              </a:ext>
            </a:extLst>
          </p:cNvPr>
          <p:cNvSpPr>
            <a:spLocks noChangeAspect="1"/>
          </p:cNvSpPr>
          <p:nvPr userDrawn="1"/>
        </p:nvSpPr>
        <p:spPr>
          <a:xfrm>
            <a:off x="522817" y="1476927"/>
            <a:ext cx="403201" cy="39561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L-Shape 24">
            <a:extLst>
              <a:ext uri="{FF2B5EF4-FFF2-40B4-BE49-F238E27FC236}">
                <a16:creationId xmlns:a16="http://schemas.microsoft.com/office/drawing/2014/main" id="{70EF88E9-8CAC-422B-A9A6-D9FD1F17DAE2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5081769" y="1482001"/>
            <a:ext cx="410929" cy="403201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ED439475-E625-4449-B42E-8F291D64A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5360" y="518474"/>
            <a:ext cx="4910394" cy="5759777"/>
          </a:xfrm>
          <a:solidFill>
            <a:schemeClr val="bg2"/>
          </a:solidFill>
          <a:ln>
            <a:noFill/>
          </a:ln>
          <a:effectLst>
            <a:innerShdw blurRad="114300">
              <a:prstClr val="black"/>
            </a:innerShdw>
          </a:effectLst>
        </p:spPr>
        <p:txBody>
          <a:bodyPr vert="horz" lIns="91440" tIns="45720" rIns="91440" bIns="45720" rtlCol="0" anchor="ctr" anchorCtr="0">
            <a:noAutofit/>
          </a:bodyPr>
          <a:lstStyle>
            <a:lvl1pPr>
              <a:defRPr lang="en-US" sz="1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lang="en-US" sz="18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lang="en-US" sz="16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lang="en-US"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lang="en-US" sz="1400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marL="0" lvl="0" indent="0" algn="ctr">
              <a:buNone/>
            </a:pPr>
            <a:r>
              <a:rPr lang="en-US" noProof="0"/>
              <a:t>Click to edit Master text styles</a:t>
            </a:r>
          </a:p>
          <a:p>
            <a:pPr marL="0" lvl="1" indent="0" algn="ctr">
              <a:buNone/>
            </a:pPr>
            <a:r>
              <a:rPr lang="en-US" noProof="0"/>
              <a:t>Second level</a:t>
            </a:r>
          </a:p>
          <a:p>
            <a:pPr marL="0" lvl="2" indent="0" algn="ctr">
              <a:buNone/>
            </a:pPr>
            <a:r>
              <a:rPr lang="en-US" noProof="0"/>
              <a:t>Third level</a:t>
            </a:r>
          </a:p>
          <a:p>
            <a:pPr marL="0" lvl="3" indent="0" algn="ctr">
              <a:buNone/>
            </a:pPr>
            <a:r>
              <a:rPr lang="en-US" noProof="0"/>
              <a:t>Fourth level</a:t>
            </a:r>
          </a:p>
          <a:p>
            <a:pPr marL="0" lvl="4" indent="0" algn="ctr">
              <a:buNone/>
            </a:pPr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602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, TItl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-1" y="376"/>
            <a:ext cx="6234898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430D42-50DC-4502-A3E8-251FE7F0809D}"/>
              </a:ext>
            </a:extLst>
          </p:cNvPr>
          <p:cNvSpPr/>
          <p:nvPr userDrawn="1"/>
        </p:nvSpPr>
        <p:spPr>
          <a:xfrm>
            <a:off x="507591" y="5289755"/>
            <a:ext cx="5270049" cy="10127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accent3"/>
              </a:solidFill>
            </a:endParaRPr>
          </a:p>
        </p:txBody>
      </p:sp>
      <p:sp>
        <p:nvSpPr>
          <p:cNvPr id="11" name="Rectangle: Diagonal Corners Snipped 10">
            <a:extLst>
              <a:ext uri="{FF2B5EF4-FFF2-40B4-BE49-F238E27FC236}">
                <a16:creationId xmlns:a16="http://schemas.microsoft.com/office/drawing/2014/main" id="{836AFDEB-3C72-49E0-9B45-DC9EFBA6587F}"/>
              </a:ext>
            </a:extLst>
          </p:cNvPr>
          <p:cNvSpPr/>
          <p:nvPr userDrawn="1"/>
        </p:nvSpPr>
        <p:spPr bwMode="white">
          <a:xfrm>
            <a:off x="507591" y="409286"/>
            <a:ext cx="5270049" cy="4732985"/>
          </a:xfrm>
          <a:prstGeom prst="snip2DiagRect">
            <a:avLst>
              <a:gd name="adj1" fmla="val 0"/>
              <a:gd name="adj2" fmla="val 10697"/>
            </a:avLst>
          </a:prstGeom>
          <a:solidFill>
            <a:schemeClr val="accent3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930776" y="477366"/>
            <a:ext cx="4644000" cy="1341602"/>
          </a:xfrm>
        </p:spPr>
        <p:txBody>
          <a:bodyPr anchor="ctr" anchorCtr="0">
            <a:normAutofit/>
          </a:bodyPr>
          <a:lstStyle>
            <a:lvl1pPr algn="ctr"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0775" y="1966451"/>
            <a:ext cx="4644001" cy="4388615"/>
          </a:xfr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07591" y="6453386"/>
            <a:ext cx="1204572" cy="4046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77EF04-6424-4B70-94D1-FC932CBBDD9B}" type="datetimeFigureOut">
              <a:rPr lang="en-US" noProof="0" smtClean="0"/>
              <a:pPr/>
              <a:t>6/9/2026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0396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a footer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6234897" y="-376"/>
            <a:ext cx="144000" cy="687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L-Shape 11">
            <a:extLst>
              <a:ext uri="{FF2B5EF4-FFF2-40B4-BE49-F238E27FC236}">
                <a16:creationId xmlns:a16="http://schemas.microsoft.com/office/drawing/2014/main" id="{26A5AA85-E28D-4647-B000-742C83A8047D}"/>
              </a:ext>
            </a:extLst>
          </p:cNvPr>
          <p:cNvSpPr>
            <a:spLocks noChangeAspect="1"/>
          </p:cNvSpPr>
          <p:nvPr userDrawn="1"/>
        </p:nvSpPr>
        <p:spPr>
          <a:xfrm flipV="1">
            <a:off x="6845770" y="372071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13" name="L-Shape 12">
            <a:extLst>
              <a:ext uri="{FF2B5EF4-FFF2-40B4-BE49-F238E27FC236}">
                <a16:creationId xmlns:a16="http://schemas.microsoft.com/office/drawing/2014/main" id="{C3CD9875-0A2E-4F4D-ACB7-87DD98EED9D0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11058438" y="5819525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BDA3A4D-2561-4EEB-8787-E1A65256575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6245" y="668595"/>
            <a:ext cx="4646651" cy="4198373"/>
          </a:xfrm>
          <a:prstGeom prst="snip2DiagRect">
            <a:avLst>
              <a:gd name="adj1" fmla="val 0"/>
              <a:gd name="adj2" fmla="val 10300"/>
            </a:avLst>
          </a:prstGeom>
          <a:ln w="38100">
            <a:solidFill>
              <a:schemeClr val="bg1"/>
            </a:solidFill>
          </a:ln>
          <a:effectLst>
            <a:innerShdw blurRad="114300">
              <a:prstClr val="black"/>
            </a:innerShdw>
          </a:effectLst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BB32A6B-92AA-4208-9120-FFC166CE75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0275" y="5352418"/>
            <a:ext cx="5148000" cy="900000"/>
          </a:xfrm>
          <a:solidFill>
            <a:schemeClr val="bg2"/>
          </a:solidFill>
          <a:effectLst>
            <a:innerShdw blurRad="114300">
              <a:prstClr val="black">
                <a:alpha val="34000"/>
              </a:prstClr>
            </a:innerShdw>
          </a:effectLst>
        </p:spPr>
        <p:txBody>
          <a:bodyPr anchor="ctr" anchorCtr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3"/>
                </a:solidFill>
              </a:defRPr>
            </a:lvl1pPr>
            <a:lvl2pPr marL="530352" indent="0" algn="ctr">
              <a:buFont typeface="Arial" panose="020B0604020202020204" pitchFamily="34" charset="0"/>
              <a:buNone/>
              <a:defRPr sz="1800">
                <a:solidFill>
                  <a:schemeClr val="accent3"/>
                </a:solidFill>
              </a:defRPr>
            </a:lvl2pPr>
            <a:lvl3pPr marL="987552" indent="0" algn="ctr">
              <a:buFont typeface="Arial" panose="020B0604020202020204" pitchFamily="34" charset="0"/>
              <a:buNone/>
              <a:defRPr sz="1600">
                <a:solidFill>
                  <a:schemeClr val="accent3"/>
                </a:solidFill>
              </a:defRPr>
            </a:lvl3pPr>
            <a:lvl4pPr marL="1444752" indent="0" algn="ctr">
              <a:buFont typeface="Arial" panose="020B0604020202020204" pitchFamily="34" charset="0"/>
              <a:buNone/>
              <a:defRPr sz="1600">
                <a:solidFill>
                  <a:schemeClr val="accent3"/>
                </a:solidFill>
              </a:defRPr>
            </a:lvl4pPr>
            <a:lvl5pPr marL="1901952" indent="0" algn="ctr">
              <a:buFont typeface="Arial" panose="020B0604020202020204" pitchFamily="34" charset="0"/>
              <a:buNone/>
              <a:defRPr sz="14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" name="L-Shape 19">
            <a:extLst>
              <a:ext uri="{FF2B5EF4-FFF2-40B4-BE49-F238E27FC236}">
                <a16:creationId xmlns:a16="http://schemas.microsoft.com/office/drawing/2014/main" id="{CC096F9F-3AD4-4FC8-823F-DBD962E2E1C6}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11021316" y="361496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21" name="L-Shape 20">
            <a:extLst>
              <a:ext uri="{FF2B5EF4-FFF2-40B4-BE49-F238E27FC236}">
                <a16:creationId xmlns:a16="http://schemas.microsoft.com/office/drawing/2014/main" id="{9CFFEAD0-9992-49A8-A068-3357E08CD7C0}"/>
              </a:ext>
            </a:extLst>
          </p:cNvPr>
          <p:cNvSpPr>
            <a:spLocks noChangeAspect="1"/>
          </p:cNvSpPr>
          <p:nvPr userDrawn="1"/>
        </p:nvSpPr>
        <p:spPr>
          <a:xfrm>
            <a:off x="6865431" y="5819524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470145D-417E-4648-AB08-0A7974A629E0}"/>
              </a:ext>
            </a:extLst>
          </p:cNvPr>
          <p:cNvCxnSpPr/>
          <p:nvPr userDrawn="1"/>
        </p:nvCxnSpPr>
        <p:spPr>
          <a:xfrm>
            <a:off x="7118556" y="1789472"/>
            <a:ext cx="428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2821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-1" y="376"/>
            <a:ext cx="6234898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: Diagonal Corners Snipped 10">
            <a:extLst>
              <a:ext uri="{FF2B5EF4-FFF2-40B4-BE49-F238E27FC236}">
                <a16:creationId xmlns:a16="http://schemas.microsoft.com/office/drawing/2014/main" id="{836AFDEB-3C72-49E0-9B45-DC9EFBA6587F}"/>
              </a:ext>
            </a:extLst>
          </p:cNvPr>
          <p:cNvSpPr/>
          <p:nvPr userDrawn="1"/>
        </p:nvSpPr>
        <p:spPr bwMode="white">
          <a:xfrm>
            <a:off x="507591" y="409286"/>
            <a:ext cx="5270049" cy="5945780"/>
          </a:xfrm>
          <a:prstGeom prst="snip2DiagRect">
            <a:avLst>
              <a:gd name="adj1" fmla="val 0"/>
              <a:gd name="adj2" fmla="val 10697"/>
            </a:avLst>
          </a:prstGeom>
          <a:solidFill>
            <a:schemeClr val="accent3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930776" y="477366"/>
            <a:ext cx="4644000" cy="1341602"/>
          </a:xfrm>
        </p:spPr>
        <p:txBody>
          <a:bodyPr anchor="ctr" anchorCtr="0">
            <a:normAutofit/>
          </a:bodyPr>
          <a:lstStyle>
            <a:lvl1pPr algn="ctr"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0775" y="1966451"/>
            <a:ext cx="4644001" cy="4388615"/>
          </a:xfr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07591" y="6453386"/>
            <a:ext cx="1204572" cy="4046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77EF04-6424-4B70-94D1-FC932CBBDD9B}" type="datetimeFigureOut">
              <a:rPr lang="en-US" noProof="0" smtClean="0"/>
              <a:pPr/>
              <a:t>6/9/2026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0396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a footer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6234897" y="-376"/>
            <a:ext cx="144000" cy="687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L-Shape 11">
            <a:extLst>
              <a:ext uri="{FF2B5EF4-FFF2-40B4-BE49-F238E27FC236}">
                <a16:creationId xmlns:a16="http://schemas.microsoft.com/office/drawing/2014/main" id="{26A5AA85-E28D-4647-B000-742C83A8047D}"/>
              </a:ext>
            </a:extLst>
          </p:cNvPr>
          <p:cNvSpPr>
            <a:spLocks noChangeAspect="1"/>
          </p:cNvSpPr>
          <p:nvPr userDrawn="1"/>
        </p:nvSpPr>
        <p:spPr>
          <a:xfrm flipV="1">
            <a:off x="6845770" y="372071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13" name="L-Shape 12">
            <a:extLst>
              <a:ext uri="{FF2B5EF4-FFF2-40B4-BE49-F238E27FC236}">
                <a16:creationId xmlns:a16="http://schemas.microsoft.com/office/drawing/2014/main" id="{C3CD9875-0A2E-4F4D-ACB7-87DD98EED9D0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11058438" y="5819525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D57F3340-8A42-40F0-BF5B-EEF6E3E88E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06246" y="668595"/>
            <a:ext cx="4646651" cy="5383413"/>
          </a:xfrm>
          <a:custGeom>
            <a:avLst/>
            <a:gdLst>
              <a:gd name="connsiteX0" fmla="*/ 0 w 4646651"/>
              <a:gd name="connsiteY0" fmla="*/ 0 h 5383413"/>
              <a:gd name="connsiteX1" fmla="*/ 4168046 w 4646651"/>
              <a:gd name="connsiteY1" fmla="*/ 0 h 5383413"/>
              <a:gd name="connsiteX2" fmla="*/ 4646651 w 4646651"/>
              <a:gd name="connsiteY2" fmla="*/ 478605 h 5383413"/>
              <a:gd name="connsiteX3" fmla="*/ 4646651 w 4646651"/>
              <a:gd name="connsiteY3" fmla="*/ 5383413 h 5383413"/>
              <a:gd name="connsiteX4" fmla="*/ 478605 w 4646651"/>
              <a:gd name="connsiteY4" fmla="*/ 5383413 h 5383413"/>
              <a:gd name="connsiteX5" fmla="*/ 0 w 4646651"/>
              <a:gd name="connsiteY5" fmla="*/ 4904808 h 5383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6651" h="5383413">
                <a:moveTo>
                  <a:pt x="0" y="0"/>
                </a:moveTo>
                <a:lnTo>
                  <a:pt x="4168046" y="0"/>
                </a:lnTo>
                <a:lnTo>
                  <a:pt x="4646651" y="478605"/>
                </a:lnTo>
                <a:lnTo>
                  <a:pt x="4646651" y="5383413"/>
                </a:lnTo>
                <a:lnTo>
                  <a:pt x="478605" y="5383413"/>
                </a:lnTo>
                <a:lnTo>
                  <a:pt x="0" y="4904808"/>
                </a:lnTo>
                <a:close/>
              </a:path>
            </a:pathLst>
          </a:custGeom>
          <a:ln w="57150">
            <a:solidFill>
              <a:schemeClr val="bg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L-Shape 19">
            <a:extLst>
              <a:ext uri="{FF2B5EF4-FFF2-40B4-BE49-F238E27FC236}">
                <a16:creationId xmlns:a16="http://schemas.microsoft.com/office/drawing/2014/main" id="{CC096F9F-3AD4-4FC8-823F-DBD962E2E1C6}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11021316" y="361496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21" name="L-Shape 20">
            <a:extLst>
              <a:ext uri="{FF2B5EF4-FFF2-40B4-BE49-F238E27FC236}">
                <a16:creationId xmlns:a16="http://schemas.microsoft.com/office/drawing/2014/main" id="{9CFFEAD0-9992-49A8-A068-3357E08CD7C0}"/>
              </a:ext>
            </a:extLst>
          </p:cNvPr>
          <p:cNvSpPr>
            <a:spLocks noChangeAspect="1"/>
          </p:cNvSpPr>
          <p:nvPr userDrawn="1"/>
        </p:nvSpPr>
        <p:spPr>
          <a:xfrm>
            <a:off x="6865431" y="5819524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470145D-417E-4648-AB08-0A7974A629E0}"/>
              </a:ext>
            </a:extLst>
          </p:cNvPr>
          <p:cNvCxnSpPr/>
          <p:nvPr userDrawn="1"/>
        </p:nvCxnSpPr>
        <p:spPr>
          <a:xfrm>
            <a:off x="7118556" y="1789472"/>
            <a:ext cx="428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5789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blackWhite">
      <p:bgPr>
        <a:gradFill flip="none" rotWithShape="1">
          <a:gsLst>
            <a:gs pos="0">
              <a:schemeClr val="bg2">
                <a:lumMod val="50000"/>
              </a:schemeClr>
            </a:gs>
            <a:gs pos="33000">
              <a:schemeClr val="bg2"/>
            </a:gs>
            <a:gs pos="66000">
              <a:schemeClr val="bg2">
                <a:lumMod val="75000"/>
              </a:schemeClr>
            </a:gs>
            <a:gs pos="97000">
              <a:schemeClr val="bg2">
                <a:lumMod val="5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B77EF04-6424-4B70-94D1-FC932CBBDD9B}" type="datetimeFigureOut">
              <a:rPr lang="en-US" noProof="0" smtClean="0"/>
              <a:t>6/9/2026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Add a footer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9" name="L-Shape 8">
            <a:extLst>
              <a:ext uri="{FF2B5EF4-FFF2-40B4-BE49-F238E27FC236}">
                <a16:creationId xmlns:a16="http://schemas.microsoft.com/office/drawing/2014/main" id="{BF5B4C6D-2825-4690-8D32-39CBF5E0F7E6}"/>
              </a:ext>
            </a:extLst>
          </p:cNvPr>
          <p:cNvSpPr/>
          <p:nvPr userDrawn="1"/>
        </p:nvSpPr>
        <p:spPr>
          <a:xfrm rot="10800000" flipV="1">
            <a:off x="8532326" y="1820272"/>
            <a:ext cx="2772000" cy="4158497"/>
          </a:xfrm>
          <a:prstGeom prst="corner">
            <a:avLst>
              <a:gd name="adj1" fmla="val 7397"/>
              <a:gd name="adj2" fmla="val 775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L-Shape 7">
            <a:extLst>
              <a:ext uri="{FF2B5EF4-FFF2-40B4-BE49-F238E27FC236}">
                <a16:creationId xmlns:a16="http://schemas.microsoft.com/office/drawing/2014/main" id="{DFD43940-6D78-4E75-BDB6-8792768BB894}"/>
              </a:ext>
            </a:extLst>
          </p:cNvPr>
          <p:cNvSpPr/>
          <p:nvPr userDrawn="1"/>
        </p:nvSpPr>
        <p:spPr>
          <a:xfrm flipH="1">
            <a:off x="8286318" y="1685652"/>
            <a:ext cx="3152309" cy="4408489"/>
          </a:xfrm>
          <a:prstGeom prst="corner">
            <a:avLst>
              <a:gd name="adj1" fmla="val 5837"/>
              <a:gd name="adj2" fmla="val 6502"/>
            </a:avLst>
          </a:prstGeom>
          <a:solidFill>
            <a:srgbClr val="EFEDE3"/>
          </a:solidFill>
          <a:ln>
            <a:solidFill>
              <a:srgbClr val="EFEDE3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592144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6/9/2026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68850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685800"/>
            <a:ext cx="9601200" cy="1485900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6/9/2026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1" name="L-Shape 10">
            <a:extLst>
              <a:ext uri="{FF2B5EF4-FFF2-40B4-BE49-F238E27FC236}">
                <a16:creationId xmlns:a16="http://schemas.microsoft.com/office/drawing/2014/main" id="{91236E78-C797-4C31-BA0C-DB193BAF6D2D}"/>
              </a:ext>
            </a:extLst>
          </p:cNvPr>
          <p:cNvSpPr/>
          <p:nvPr userDrawn="1"/>
        </p:nvSpPr>
        <p:spPr>
          <a:xfrm rot="10800000" flipV="1">
            <a:off x="8391654" y="1873024"/>
            <a:ext cx="2772000" cy="4158497"/>
          </a:xfrm>
          <a:prstGeom prst="corner">
            <a:avLst>
              <a:gd name="adj1" fmla="val 7397"/>
              <a:gd name="adj2" fmla="val 775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L-Shape 9">
            <a:extLst>
              <a:ext uri="{FF2B5EF4-FFF2-40B4-BE49-F238E27FC236}">
                <a16:creationId xmlns:a16="http://schemas.microsoft.com/office/drawing/2014/main" id="{BFA658F0-F295-40A9-8BA8-1F6CBDFBBE09}"/>
              </a:ext>
            </a:extLst>
          </p:cNvPr>
          <p:cNvSpPr/>
          <p:nvPr userDrawn="1"/>
        </p:nvSpPr>
        <p:spPr>
          <a:xfrm flipH="1">
            <a:off x="8152968" y="1752327"/>
            <a:ext cx="3152309" cy="4408489"/>
          </a:xfrm>
          <a:prstGeom prst="corner">
            <a:avLst>
              <a:gd name="adj1" fmla="val 7085"/>
              <a:gd name="adj2" fmla="val 775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40073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6/9/2026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725443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6/9/2026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D1631-6749-4027-9415-B72D163BBD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60471" y="2297695"/>
            <a:ext cx="9071059" cy="2767600"/>
          </a:xfrm>
        </p:spPr>
        <p:txBody>
          <a:bodyPr anchor="ctr"/>
          <a:lstStyle>
            <a:lvl1pPr marL="0" indent="0" algn="ctr">
              <a:buNone/>
              <a:defRPr sz="6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661030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6/9/2026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90140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Side bar">
            <a:extLst>
              <a:ext uri="{FF2B5EF4-FFF2-40B4-BE49-F238E27FC236}">
                <a16:creationId xmlns:a16="http://schemas.microsoft.com/office/drawing/2014/main" id="{FFA7AFEF-D97A-4A94-A884-7F95E91332B7}"/>
              </a:ext>
            </a:extLst>
          </p:cNvPr>
          <p:cNvSpPr/>
          <p:nvPr userDrawn="1"/>
        </p:nvSpPr>
        <p:spPr>
          <a:xfrm>
            <a:off x="622095" y="0"/>
            <a:ext cx="144000" cy="687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3B77EF04-6424-4B70-94D1-FC932CBBDD9B}" type="datetimeFigureOut">
              <a:rPr lang="en-US" noProof="0" smtClean="0"/>
              <a:t>6/9/2026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Add a footer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14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56303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62" r:id="rId3"/>
    <p:sldLayoutId id="2147483668" r:id="rId4"/>
    <p:sldLayoutId id="2147483671" r:id="rId5"/>
    <p:sldLayoutId id="2147483669" r:id="rId6"/>
    <p:sldLayoutId id="2147483672" r:id="rId7"/>
    <p:sldLayoutId id="2147483663" r:id="rId8"/>
    <p:sldLayoutId id="2147483664" r:id="rId9"/>
    <p:sldLayoutId id="2147483665" r:id="rId10"/>
    <p:sldLayoutId id="2147483666" r:id="rId11"/>
    <p:sldLayoutId id="2147483673" r:id="rId12"/>
    <p:sldLayoutId id="2147483667" r:id="rId13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Arial" panose="020B0604020202020204" pitchFamily="34" charset="0"/>
        <a:buChar char="•"/>
        <a:defRPr sz="2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873252" indent="-34290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Arial" panose="020B0604020202020204" pitchFamily="34" charset="0"/>
        <a:buChar char="•"/>
        <a:defRPr sz="24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30452" indent="-34290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Arial" panose="020B0604020202020204" pitchFamily="34" charset="0"/>
        <a:buChar char="•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787652" indent="-34290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Arial" panose="020B0604020202020204" pitchFamily="34" charset="0"/>
        <a:buChar char="•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187702" indent="-28575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Arial" panose="020B0604020202020204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889FE-7B85-40C7-8441-909223A9B3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Advanced  Project  AI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B39CDD-5A42-2CAD-F6D7-A18D3D599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376" y="4159243"/>
            <a:ext cx="462915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678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DF258-FBDF-4B27-9629-7EDE5A44E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Advanced Features Added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6B044-A495-4FDE-B341-D8F787F3B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22442"/>
            <a:ext cx="9601200" cy="4749281"/>
          </a:xfrm>
        </p:spPr>
        <p:txBody>
          <a:bodyPr/>
          <a:lstStyle/>
          <a:p>
            <a:r>
              <a:rPr lang="en-US" dirty="0"/>
              <a:t>1. Company intelligence report generation</a:t>
            </a:r>
            <a:br>
              <a:rPr lang="en-US" dirty="0"/>
            </a:br>
            <a:r>
              <a:rPr lang="en-US" dirty="0"/>
              <a:t>2. Competitor intelligence report generation</a:t>
            </a:r>
            <a:br>
              <a:rPr lang="en-US" dirty="0"/>
            </a:br>
            <a:r>
              <a:rPr lang="en-US" dirty="0"/>
              <a:t>3. Public URL reading support</a:t>
            </a:r>
            <a:br>
              <a:rPr lang="en-US" dirty="0"/>
            </a:br>
            <a:r>
              <a:rPr lang="en-US" dirty="0"/>
              <a:t>4. Source quality scoring</a:t>
            </a:r>
            <a:br>
              <a:rPr lang="en-US" dirty="0"/>
            </a:br>
            <a:r>
              <a:rPr lang="en-US" dirty="0"/>
              <a:t>5. Text cleaning and duplicate filtering</a:t>
            </a:r>
            <a:br>
              <a:rPr lang="en-US" dirty="0"/>
            </a:br>
            <a:r>
              <a:rPr lang="en-US" dirty="0"/>
              <a:t>6. Service signal extraction</a:t>
            </a:r>
            <a:br>
              <a:rPr lang="en-US" dirty="0"/>
            </a:br>
            <a:r>
              <a:rPr lang="en-US" dirty="0"/>
              <a:t>7. Industry signal extraction</a:t>
            </a:r>
            <a:br>
              <a:rPr lang="en-US" dirty="0"/>
            </a:br>
            <a:r>
              <a:rPr lang="en-US" dirty="0"/>
              <a:t>8. Activity signal detection</a:t>
            </a:r>
            <a:br>
              <a:rPr lang="en-US" dirty="0"/>
            </a:br>
            <a:r>
              <a:rPr lang="en-US" dirty="0"/>
              <a:t>9. Competitor discovery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0BCB96-EDFA-DAB1-1138-FB7CECA1A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6396" y="6465196"/>
            <a:ext cx="1835604" cy="392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535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28594-E3E7-4921-BB26-C93A4252F5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2352" y="690465"/>
            <a:ext cx="9194006" cy="5262466"/>
          </a:xfrm>
        </p:spPr>
        <p:txBody>
          <a:bodyPr/>
          <a:lstStyle/>
          <a:p>
            <a:pPr algn="l"/>
            <a:r>
              <a:rPr lang="en-IN" sz="2000" dirty="0">
                <a:latin typeface="Aptos" panose="020B0004020202020204" pitchFamily="34" charset="0"/>
              </a:rPr>
              <a:t>10. Competitor scoring and ranking</a:t>
            </a:r>
            <a:br>
              <a:rPr lang="en-IN" sz="2000" dirty="0">
                <a:latin typeface="Aptos" panose="020B0004020202020204" pitchFamily="34" charset="0"/>
              </a:rPr>
            </a:br>
            <a:r>
              <a:rPr lang="en-IN" sz="2000" dirty="0">
                <a:latin typeface="Aptos" panose="020B0004020202020204" pitchFamily="34" charset="0"/>
              </a:rPr>
              <a:t>11. Market gap analysis</a:t>
            </a:r>
            <a:br>
              <a:rPr lang="en-IN" sz="2000" dirty="0">
                <a:latin typeface="Aptos" panose="020B0004020202020204" pitchFamily="34" charset="0"/>
              </a:rPr>
            </a:br>
            <a:r>
              <a:rPr lang="en-IN" sz="2000" dirty="0">
                <a:latin typeface="Aptos" panose="020B0004020202020204" pitchFamily="34" charset="0"/>
              </a:rPr>
              <a:t>12. Lead opportunity generation</a:t>
            </a:r>
            <a:br>
              <a:rPr lang="en-IN" sz="2000" dirty="0">
                <a:latin typeface="Aptos" panose="020B0004020202020204" pitchFamily="34" charset="0"/>
              </a:rPr>
            </a:br>
            <a:r>
              <a:rPr lang="en-IN" sz="2000" dirty="0">
                <a:latin typeface="Aptos" panose="020B0004020202020204" pitchFamily="34" charset="0"/>
              </a:rPr>
              <a:t>13. Outreach message generation</a:t>
            </a:r>
            <a:br>
              <a:rPr lang="en-IN" sz="2000" dirty="0">
                <a:latin typeface="Aptos" panose="020B0004020202020204" pitchFamily="34" charset="0"/>
              </a:rPr>
            </a:br>
            <a:r>
              <a:rPr lang="en-IN" sz="2000" dirty="0">
                <a:latin typeface="Aptos" panose="020B0004020202020204" pitchFamily="34" charset="0"/>
              </a:rPr>
              <a:t>14. Confidence score</a:t>
            </a:r>
            <a:br>
              <a:rPr lang="en-IN" sz="2000" dirty="0">
                <a:latin typeface="Aptos" panose="020B0004020202020204" pitchFamily="34" charset="0"/>
              </a:rPr>
            </a:br>
            <a:r>
              <a:rPr lang="en-IN" sz="2000" dirty="0">
                <a:latin typeface="Aptos" panose="020B0004020202020204" pitchFamily="34" charset="0"/>
              </a:rPr>
              <a:t>15. PDF report generation</a:t>
            </a:r>
            <a:br>
              <a:rPr lang="en-IN" sz="2000" dirty="0">
                <a:latin typeface="Aptos" panose="020B0004020202020204" pitchFamily="34" charset="0"/>
              </a:rPr>
            </a:br>
            <a:r>
              <a:rPr lang="en-IN" sz="2000" dirty="0">
                <a:latin typeface="Aptos" panose="020B0004020202020204" pitchFamily="34" charset="0"/>
              </a:rPr>
              <a:t>16. JSON output option</a:t>
            </a:r>
            <a:br>
              <a:rPr lang="en-IN" sz="2000" dirty="0">
                <a:latin typeface="Aptos" panose="020B0004020202020204" pitchFamily="34" charset="0"/>
              </a:rPr>
            </a:br>
            <a:r>
              <a:rPr lang="en-IN" sz="2000" dirty="0">
                <a:latin typeface="Aptos" panose="020B0004020202020204" pitchFamily="34" charset="0"/>
              </a:rPr>
              <a:t>17. Self-test mode</a:t>
            </a:r>
            <a:br>
              <a:rPr lang="en-IN" sz="2000" dirty="0">
                <a:latin typeface="Aptos" panose="020B0004020202020204" pitchFamily="34" charset="0"/>
              </a:rPr>
            </a:br>
            <a:r>
              <a:rPr lang="en-IN" sz="2000" dirty="0">
                <a:latin typeface="Aptos" panose="020B0004020202020204" pitchFamily="34" charset="0"/>
              </a:rPr>
              <a:t>18. Interactive mode</a:t>
            </a:r>
            <a:br>
              <a:rPr lang="en-IN" sz="2000" dirty="0">
                <a:latin typeface="Aptos" panose="020B0004020202020204" pitchFamily="34" charset="0"/>
              </a:rPr>
            </a:br>
            <a:r>
              <a:rPr lang="en-IN" sz="2000" dirty="0">
                <a:latin typeface="Aptos" panose="020B0004020202020204" pitchFamily="34" charset="0"/>
              </a:rPr>
              <a:t>19. No external package dependency</a:t>
            </a:r>
            <a:br>
              <a:rPr lang="en-IN" sz="2000" dirty="0">
                <a:latin typeface="Aptos" panose="020B0004020202020204" pitchFamily="34" charset="0"/>
              </a:rPr>
            </a:br>
            <a:r>
              <a:rPr lang="en-IN" sz="2000" dirty="0">
                <a:latin typeface="Aptos" panose="020B0004020202020204" pitchFamily="34" charset="0"/>
              </a:rPr>
              <a:t>20. Output </a:t>
            </a:r>
            <a:endParaRPr lang="en-US" sz="2000" cap="none" dirty="0">
              <a:latin typeface="Aptos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1DB131-973E-AE3C-5AA1-617CC2E1B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6396" y="6465196"/>
            <a:ext cx="1835604" cy="392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545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187F3-6B4A-40F1-BCC1-2E7D4A05E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11135" cy="670871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l"/>
            <a:endParaRPr lang="en-US" sz="1200" cap="non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FE0FBB-4FB8-19BF-52EC-E4FB2EB47B82}"/>
              </a:ext>
            </a:extLst>
          </p:cNvPr>
          <p:cNvSpPr/>
          <p:nvPr/>
        </p:nvSpPr>
        <p:spPr>
          <a:xfrm>
            <a:off x="2351313" y="765110"/>
            <a:ext cx="6904653" cy="4385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AI_Business_Market_Intelligence_Industry_Structured_Project/</a:t>
            </a:r>
            <a:endParaRPr lang="en-IN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03FB91-6EDB-7223-A6B4-55E0BAE672D2}"/>
              </a:ext>
            </a:extLst>
          </p:cNvPr>
          <p:cNvCxnSpPr/>
          <p:nvPr/>
        </p:nvCxnSpPr>
        <p:spPr>
          <a:xfrm>
            <a:off x="2640563" y="1203649"/>
            <a:ext cx="0" cy="7651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row: Down 7">
            <a:extLst>
              <a:ext uri="{FF2B5EF4-FFF2-40B4-BE49-F238E27FC236}">
                <a16:creationId xmlns:a16="http://schemas.microsoft.com/office/drawing/2014/main" id="{738D5632-D68E-42C8-9A95-5FE3B46455B9}"/>
              </a:ext>
            </a:extLst>
          </p:cNvPr>
          <p:cNvSpPr/>
          <p:nvPr/>
        </p:nvSpPr>
        <p:spPr>
          <a:xfrm>
            <a:off x="3526971" y="1287624"/>
            <a:ext cx="382531" cy="5318449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BFE98A0-99D5-1F05-0A94-19A019897BA0}"/>
              </a:ext>
            </a:extLst>
          </p:cNvPr>
          <p:cNvSpPr/>
          <p:nvPr/>
        </p:nvSpPr>
        <p:spPr>
          <a:xfrm>
            <a:off x="3844211" y="2550522"/>
            <a:ext cx="886407" cy="204339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D2BF56-ABCB-E9E6-94B6-07493FB8BC13}"/>
              </a:ext>
            </a:extLst>
          </p:cNvPr>
          <p:cNvSpPr/>
          <p:nvPr/>
        </p:nvSpPr>
        <p:spPr>
          <a:xfrm>
            <a:off x="4814596" y="1554479"/>
            <a:ext cx="4665306" cy="219642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main.py</a:t>
            </a:r>
          </a:p>
          <a:p>
            <a:r>
              <a:rPr lang="en-IN" dirty="0"/>
              <a:t>README.md</a:t>
            </a:r>
            <a:br>
              <a:rPr lang="en-IN" dirty="0"/>
            </a:br>
            <a:r>
              <a:rPr lang="en-IN" dirty="0"/>
              <a:t>├── requirements.txt</a:t>
            </a:r>
            <a:br>
              <a:rPr lang="en-IN" dirty="0"/>
            </a:br>
            <a:r>
              <a:rPr lang="en-IN" dirty="0"/>
              <a:t>├── RUN_PROJECT.bat</a:t>
            </a:r>
            <a:br>
              <a:rPr lang="en-IN" dirty="0"/>
            </a:br>
            <a:r>
              <a:rPr lang="en-IN" dirty="0"/>
              <a:t>├── </a:t>
            </a:r>
            <a:r>
              <a:rPr lang="en-IN" dirty="0" err="1"/>
              <a:t>sample_input.json</a:t>
            </a:r>
            <a:br>
              <a:rPr lang="en-IN" dirty="0"/>
            </a:br>
            <a:r>
              <a:rPr lang="en-IN" dirty="0"/>
              <a:t>├── </a:t>
            </a:r>
            <a:r>
              <a:rPr lang="en-IN" dirty="0" err="1"/>
              <a:t>sample_output.json</a:t>
            </a:r>
            <a:br>
              <a:rPr lang="en-IN" dirty="0"/>
            </a:br>
            <a:r>
              <a:rPr lang="en-IN" dirty="0"/>
              <a:t>├── evaluation_sheet.csv</a:t>
            </a:r>
            <a:br>
              <a:rPr lang="en-IN" dirty="0"/>
            </a:br>
            <a:r>
              <a:rPr lang="en-IN" dirty="0"/>
              <a:t>├── test_results.txt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8983566F-AE6D-88A8-CEC2-9C518A73E011}"/>
              </a:ext>
            </a:extLst>
          </p:cNvPr>
          <p:cNvSpPr/>
          <p:nvPr/>
        </p:nvSpPr>
        <p:spPr>
          <a:xfrm>
            <a:off x="3844211" y="5013804"/>
            <a:ext cx="2323324" cy="229440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F58DF4E-5B17-3669-0C4B-62CC1AEB1E17}"/>
              </a:ext>
            </a:extLst>
          </p:cNvPr>
          <p:cNvSpPr/>
          <p:nvPr/>
        </p:nvSpPr>
        <p:spPr>
          <a:xfrm>
            <a:off x="6307494" y="5013804"/>
            <a:ext cx="2948472" cy="54724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src/</a:t>
            </a: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167543AB-8029-7C4B-2B8B-77911FE38A28}"/>
              </a:ext>
            </a:extLst>
          </p:cNvPr>
          <p:cNvSpPr/>
          <p:nvPr/>
        </p:nvSpPr>
        <p:spPr>
          <a:xfrm>
            <a:off x="7380514" y="5682343"/>
            <a:ext cx="158621" cy="802433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A2CD795-54BF-DF51-372C-3B6403F79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6396" y="6465196"/>
            <a:ext cx="1835604" cy="392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778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28594-E3E7-4921-BB26-C93A4252F5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r>
              <a:rPr lang="en-US" cap="none" dirty="0"/>
              <a:t>f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B63F404-810C-32ED-5E3C-2AAB7E580BEF}"/>
              </a:ext>
            </a:extLst>
          </p:cNvPr>
          <p:cNvSpPr/>
          <p:nvPr/>
        </p:nvSpPr>
        <p:spPr>
          <a:xfrm>
            <a:off x="4823927" y="363894"/>
            <a:ext cx="4823926" cy="44786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business_intelligence_agent/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987AA99-00BC-DFD5-79C0-2F095A4642B6}"/>
              </a:ext>
            </a:extLst>
          </p:cNvPr>
          <p:cNvCxnSpPr/>
          <p:nvPr/>
        </p:nvCxnSpPr>
        <p:spPr>
          <a:xfrm>
            <a:off x="6634065" y="877078"/>
            <a:ext cx="0" cy="867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EEBD936-65A0-32D6-8A8D-CE9632ADEC9C}"/>
              </a:ext>
            </a:extLst>
          </p:cNvPr>
          <p:cNvSpPr/>
          <p:nvPr/>
        </p:nvSpPr>
        <p:spPr>
          <a:xfrm>
            <a:off x="5547020" y="1796142"/>
            <a:ext cx="3946847" cy="189411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├── cli.py</a:t>
            </a:r>
            <a:br>
              <a:rPr lang="en-IN" dirty="0"/>
            </a:br>
            <a:r>
              <a:rPr lang="en-IN" dirty="0"/>
              <a:t>│ ├── config.py</a:t>
            </a:r>
            <a:br>
              <a:rPr lang="en-IN" dirty="0"/>
            </a:br>
            <a:r>
              <a:rPr lang="en-IN" dirty="0"/>
              <a:t>│ ├── constants.py</a:t>
            </a:r>
            <a:br>
              <a:rPr lang="en-IN" dirty="0"/>
            </a:br>
            <a:r>
              <a:rPr lang="en-IN" dirty="0"/>
              <a:t>│ ├── models.py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CDE49E20-E089-98E4-CCDC-347B12AA2765}"/>
              </a:ext>
            </a:extLst>
          </p:cNvPr>
          <p:cNvSpPr/>
          <p:nvPr/>
        </p:nvSpPr>
        <p:spPr>
          <a:xfrm>
            <a:off x="3872203" y="270588"/>
            <a:ext cx="214575" cy="6242179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C002705-5216-792A-C33F-1F1BDD49D157}"/>
              </a:ext>
            </a:extLst>
          </p:cNvPr>
          <p:cNvSpPr/>
          <p:nvPr/>
        </p:nvSpPr>
        <p:spPr>
          <a:xfrm>
            <a:off x="4753932" y="4203439"/>
            <a:ext cx="942391" cy="34523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A2E9BBE-834B-351A-FC7B-2A730DEB9DAA}"/>
              </a:ext>
            </a:extLst>
          </p:cNvPr>
          <p:cNvSpPr/>
          <p:nvPr/>
        </p:nvSpPr>
        <p:spPr>
          <a:xfrm>
            <a:off x="5873605" y="4152122"/>
            <a:ext cx="4531567" cy="44786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services/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E468C912-2414-05E1-5FA1-758B839A0B2D}"/>
              </a:ext>
            </a:extLst>
          </p:cNvPr>
          <p:cNvSpPr/>
          <p:nvPr/>
        </p:nvSpPr>
        <p:spPr>
          <a:xfrm>
            <a:off x="7851693" y="4674635"/>
            <a:ext cx="214575" cy="54117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7B918DA-A433-50A3-4C40-7127E054398C}"/>
              </a:ext>
            </a:extLst>
          </p:cNvPr>
          <p:cNvSpPr/>
          <p:nvPr/>
        </p:nvSpPr>
        <p:spPr>
          <a:xfrm>
            <a:off x="5547020" y="5290456"/>
            <a:ext cx="4614017" cy="1464908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source_collector.py</a:t>
            </a:r>
            <a:br>
              <a:rPr lang="en-IN" dirty="0"/>
            </a:br>
            <a:r>
              <a:rPr lang="en-IN" dirty="0"/>
              <a:t> source_quality.py</a:t>
            </a:r>
            <a:br>
              <a:rPr lang="en-IN" dirty="0"/>
            </a:br>
            <a:r>
              <a:rPr lang="en-IN" dirty="0"/>
              <a:t>text_processor.py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FE91BFE-F049-4CF4-E77C-9F6EF9C67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6396" y="6465196"/>
            <a:ext cx="1835604" cy="392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638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2536DB5-D8AC-A60E-C111-54E3D595037B}"/>
              </a:ext>
            </a:extLst>
          </p:cNvPr>
          <p:cNvSpPr/>
          <p:nvPr/>
        </p:nvSpPr>
        <p:spPr>
          <a:xfrm>
            <a:off x="2939143" y="289249"/>
            <a:ext cx="2388637" cy="34523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intelligence/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B0E957F4-F117-119A-E583-3A72DA7B492B}"/>
              </a:ext>
            </a:extLst>
          </p:cNvPr>
          <p:cNvCxnSpPr>
            <a:stCxn id="6" idx="3"/>
          </p:cNvCxnSpPr>
          <p:nvPr/>
        </p:nvCxnSpPr>
        <p:spPr>
          <a:xfrm>
            <a:off x="5327780" y="461866"/>
            <a:ext cx="1660849" cy="64847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AAFB879-2FFC-6A78-957D-1259AD501758}"/>
              </a:ext>
            </a:extLst>
          </p:cNvPr>
          <p:cNvSpPr/>
          <p:nvPr/>
        </p:nvSpPr>
        <p:spPr>
          <a:xfrm>
            <a:off x="7203233" y="755781"/>
            <a:ext cx="3956179" cy="181013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company.py</a:t>
            </a:r>
            <a:br>
              <a:rPr lang="en-IN" dirty="0"/>
            </a:br>
            <a:r>
              <a:rPr lang="en-IN" dirty="0"/>
              <a:t>competitor.py</a:t>
            </a:r>
            <a:br>
              <a:rPr lang="en-IN" dirty="0"/>
            </a:br>
            <a:r>
              <a:rPr lang="en-IN" dirty="0"/>
              <a:t>evaluator.py</a:t>
            </a:r>
            <a:br>
              <a:rPr lang="en-IN" dirty="0"/>
            </a:br>
            <a:r>
              <a:rPr lang="en-IN" dirty="0"/>
              <a:t>orchestrator.py</a:t>
            </a:r>
            <a:br>
              <a:rPr lang="en-IN" dirty="0"/>
            </a:br>
            <a:r>
              <a:rPr lang="en-IN" dirty="0"/>
              <a:t>recommendations.py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9F38DF-037A-96F7-6E5D-A889D7F925B5}"/>
              </a:ext>
            </a:extLst>
          </p:cNvPr>
          <p:cNvSpPr/>
          <p:nvPr/>
        </p:nvSpPr>
        <p:spPr>
          <a:xfrm>
            <a:off x="3284376" y="2836506"/>
            <a:ext cx="3144416" cy="59249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reporting/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3EAC3AB5-DD65-E92A-B34D-4BBE1907E2BC}"/>
              </a:ext>
            </a:extLst>
          </p:cNvPr>
          <p:cNvCxnSpPr>
            <a:stCxn id="10" idx="3"/>
          </p:cNvCxnSpPr>
          <p:nvPr/>
        </p:nvCxnSpPr>
        <p:spPr>
          <a:xfrm>
            <a:off x="6428792" y="3132753"/>
            <a:ext cx="1726163" cy="103803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157D0E74-AD81-5EBC-3C0E-3E883C33D86A}"/>
              </a:ext>
            </a:extLst>
          </p:cNvPr>
          <p:cNvSpPr/>
          <p:nvPr/>
        </p:nvSpPr>
        <p:spPr>
          <a:xfrm>
            <a:off x="8276253" y="3638939"/>
            <a:ext cx="3638939" cy="128762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pdf_writer.py</a:t>
            </a:r>
            <a:br>
              <a:rPr lang="en-IN" dirty="0"/>
            </a:br>
            <a:r>
              <a:rPr lang="en-IN" dirty="0"/>
              <a:t>json_writer.py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FB2256-DE08-C9E6-A2FD-6156716E8C61}"/>
              </a:ext>
            </a:extLst>
          </p:cNvPr>
          <p:cNvSpPr/>
          <p:nvPr/>
        </p:nvSpPr>
        <p:spPr>
          <a:xfrm>
            <a:off x="3004457" y="4926563"/>
            <a:ext cx="2388637" cy="34523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utils/</a:t>
            </a:r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A41BC21-2E3E-95FD-C352-E35C3206F252}"/>
              </a:ext>
            </a:extLst>
          </p:cNvPr>
          <p:cNvCxnSpPr>
            <a:cxnSpLocks/>
          </p:cNvCxnSpPr>
          <p:nvPr/>
        </p:nvCxnSpPr>
        <p:spPr>
          <a:xfrm>
            <a:off x="5531498" y="5099179"/>
            <a:ext cx="12674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A10387E-7013-4A13-1950-004ADD48A2F1}"/>
              </a:ext>
            </a:extLst>
          </p:cNvPr>
          <p:cNvSpPr/>
          <p:nvPr/>
        </p:nvSpPr>
        <p:spPr>
          <a:xfrm>
            <a:off x="7109927" y="5001208"/>
            <a:ext cx="2388637" cy="37789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text_utils.py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A49741AA-276F-2129-D5CB-04CD37F58DD8}"/>
              </a:ext>
            </a:extLst>
          </p:cNvPr>
          <p:cNvSpPr/>
          <p:nvPr/>
        </p:nvSpPr>
        <p:spPr>
          <a:xfrm>
            <a:off x="1968759" y="177282"/>
            <a:ext cx="261257" cy="650343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AB819202-7CA3-B14F-B269-C517270FEFE0}"/>
              </a:ext>
            </a:extLst>
          </p:cNvPr>
          <p:cNvSpPr/>
          <p:nvPr/>
        </p:nvSpPr>
        <p:spPr>
          <a:xfrm>
            <a:off x="2416629" y="5906278"/>
            <a:ext cx="2015412" cy="24259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B4271D1-B958-64DA-0671-A4DAAA5D7ED2}"/>
              </a:ext>
            </a:extLst>
          </p:cNvPr>
          <p:cNvSpPr/>
          <p:nvPr/>
        </p:nvSpPr>
        <p:spPr>
          <a:xfrm>
            <a:off x="4814596" y="5551715"/>
            <a:ext cx="1194318" cy="112900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tests/</a:t>
            </a:r>
            <a:br>
              <a:rPr lang="en-IN" dirty="0"/>
            </a:br>
            <a:r>
              <a:rPr lang="en-IN" dirty="0"/>
              <a:t>docs/</a:t>
            </a:r>
            <a:br>
              <a:rPr lang="en-IN" dirty="0"/>
            </a:br>
            <a:r>
              <a:rPr lang="en-IN" dirty="0"/>
              <a:t>prompts/</a:t>
            </a:r>
            <a:br>
              <a:rPr lang="en-IN" dirty="0"/>
            </a:br>
            <a:r>
              <a:rPr lang="en-IN" dirty="0"/>
              <a:t>outputs/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0342227-1562-7241-264C-75CBBEF27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6396" y="6465196"/>
            <a:ext cx="1835604" cy="392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598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790DD-E978-2559-D658-00DF722DE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Anirudha  Bajpai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91B03F-2913-0B95-830D-AFECF22B0E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Thankyou 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63AAFD-D26E-B0AA-7DE0-A93987886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6396" y="6465196"/>
            <a:ext cx="1835604" cy="392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994029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ustom 2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76923C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9">
      <a:majorFont>
        <a:latin typeface="Impact"/>
        <a:ea typeface=""/>
        <a:cs typeface=""/>
      </a:majorFont>
      <a:minorFont>
        <a:latin typeface="Arial"/>
        <a:ea typeface=""/>
        <a:cs typeface="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22874644_win32_fixed" id="{558D5976-FB30-4A95-BB80-CA116B0EB176}" vid="{E687FBBE-46FC-480B-AF08-1C12C660A1C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3E2FB8F-FBDB-405A-A6AC-9CF7C859199D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5BF0FE3-3D8D-448F-9BC3-1FD016A859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FC2BBCC-A5B7-4DDE-8795-98160FD34D4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Trading cards</Template>
  <TotalTime>129</TotalTime>
  <Words>291</Words>
  <Application>Microsoft Office PowerPoint</Application>
  <PresentationFormat>Widescreen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Arial</vt:lpstr>
      <vt:lpstr>Calibri</vt:lpstr>
      <vt:lpstr>Franklin Gothic Book</vt:lpstr>
      <vt:lpstr>Impact</vt:lpstr>
      <vt:lpstr>Crop</vt:lpstr>
      <vt:lpstr>Advanced  Project  AI </vt:lpstr>
      <vt:lpstr>Advanced Features Added</vt:lpstr>
      <vt:lpstr>10. Competitor scoring and ranking 11. Market gap analysis 12. Lead opportunity generation 13. Outreach message generation 14. Confidence score 15. PDF report generation 16. JSON output option 17. Self-test mode 18. Interactive mode 19. No external package dependency 20. Output </vt:lpstr>
      <vt:lpstr>PowerPoint Presentation</vt:lpstr>
      <vt:lpstr>f</vt:lpstr>
      <vt:lpstr>PowerPoint Presentation</vt:lpstr>
      <vt:lpstr>Anirudha  Bajpai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Aniruddha Bajpai</dc:creator>
  <cp:lastModifiedBy>918953431168</cp:lastModifiedBy>
  <cp:revision>2</cp:revision>
  <dcterms:created xsi:type="dcterms:W3CDTF">2026-06-02T15:58:16Z</dcterms:created>
  <dcterms:modified xsi:type="dcterms:W3CDTF">2026-06-09T07:33:37Z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